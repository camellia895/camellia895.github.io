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253d52be99a4f92" /><Relationship Type="http://schemas.openxmlformats.org/officeDocument/2006/relationships/extended-properties" Target="/docProps/app.xml" Id="rId2" /><Relationship Type="http://schemas.openxmlformats.org/package/2006/relationships/metadata/core-properties" Target="/docProps/core.xml" Id="R8266d4f843cf4c7e" /><Relationship Type="http://schemas.openxmlformats.org/officeDocument/2006/relationships/custom-properties" Target="/docProps/custom.xml" Id="R424b481f74f44d6a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0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Id1" /><Relationship Type="http://schemas.openxmlformats.org/officeDocument/2006/relationships/viewProps" Target="/ppt/viewProps.xml" Id="rId2" /><Relationship Type="http://schemas.openxmlformats.org/officeDocument/2006/relationships/theme" Target="/ppt/theme/theme1.xml" Id="rId3" /><Relationship Type="http://schemas.openxmlformats.org/officeDocument/2006/relationships/tableStyles" Target="/ppt/tableStyles.xml" Id="rId4" /><Relationship Type="http://schemas.openxmlformats.org/officeDocument/2006/relationships/slideMaster" Target="/ppt/slideMasters/slideMaster1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Relationship Type="http://schemas.openxmlformats.org/officeDocument/2006/relationships/slide" Target="/ppt/slides/slide5.xml" Id="rId10" /><Relationship Type="http://schemas.openxmlformats.org/officeDocument/2006/relationships/slide" Target="/ppt/slides/slide6.xml" Id="rId11" /><Relationship Type="http://schemas.openxmlformats.org/officeDocument/2006/relationships/slide" Target="/ppt/slides/slide7.xml" Id="rId1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Id2" /><Relationship Type="http://schemas.openxmlformats.org/officeDocument/2006/relationships/slideLayout" Target="/ppt/slideLayouts/slideLayout2.xml" Id="rId3" /><Relationship Type="http://schemas.openxmlformats.org/officeDocument/2006/relationships/slideLayout" Target="/ppt/slideLayouts/slideLayout3.xml" Id="rId4" /><Relationship Type="http://schemas.openxmlformats.org/officeDocument/2006/relationships/slideLayout" Target="/ppt/slideLayouts/slideLayout4.xml" Id="rId5" /><Relationship Type="http://schemas.openxmlformats.org/officeDocument/2006/relationships/slideLayout" Target="/ppt/slideLayouts/slideLayout5.xml" Id="rId6" /><Relationship Type="http://schemas.openxmlformats.org/officeDocument/2006/relationships/slideLayout" Target="/ppt/slideLayouts/slideLayout6.xml" Id="rId7" /><Relationship Type="http://schemas.openxmlformats.org/officeDocument/2006/relationships/slideLayout" Target="/ppt/slideLayouts/slideLayout7.xml" Id="rId8" 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373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.png" Id="rId2" /><Relationship Type="http://schemas.openxmlformats.org/officeDocument/2006/relationships/image" Target="/ppt/media/image2.png" Id="rId3" /><Relationship Type="http://schemas.openxmlformats.org/officeDocument/2006/relationships/image" Target="/ppt/media/image3.png" Id="rId4" /><Relationship Type="http://schemas.openxmlformats.org/officeDocument/2006/relationships/image" Target="/ppt/media/image4.png" Id="rI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5.png" Id="rId2" /><Relationship Type="http://schemas.openxmlformats.org/officeDocument/2006/relationships/image" Target="/ppt/media/image6.png" Id="rId3" /><Relationship Type="http://schemas.openxmlformats.org/officeDocument/2006/relationships/image" Target="/ppt/media/image7.png" Id="rI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Id1" /><Relationship Type="http://schemas.openxmlformats.org/officeDocument/2006/relationships/image" Target="/ppt/media/image8.png" Id="rId2" /><Relationship Type="http://schemas.openxmlformats.org/officeDocument/2006/relationships/image" Target="/ppt/media/image9.png" Id="rI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Id1" /><Relationship Type="http://schemas.openxmlformats.org/officeDocument/2006/relationships/image" Target="/ppt/media/image10.png" Id="rId2" /><Relationship Type="http://schemas.openxmlformats.org/officeDocument/2006/relationships/image" Target="/ppt/media/image11.png" Id="rI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Relationship Type="http://schemas.openxmlformats.org/officeDocument/2006/relationships/image" Target="/ppt/media/image12.png" Id="rI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image" Target="/ppt/media/image13.png" Id="rId2" /><Relationship Type="http://schemas.openxmlformats.org/officeDocument/2006/relationships/image" Target="/ppt/media/image14.png" Id="rId3" /><Relationship Type="http://schemas.openxmlformats.org/officeDocument/2006/relationships/image" Target="/ppt/media/image15.png" Id="rId4" /><Relationship Type="http://schemas.openxmlformats.org/officeDocument/2006/relationships/image" Target="/ppt/media/image16.png" Id="rId5" /><Relationship Type="http://schemas.openxmlformats.org/officeDocument/2006/relationships/image" Target="/ppt/media/image17.png" Id="rId6" /><Relationship Type="http://schemas.openxmlformats.org/officeDocument/2006/relationships/image" Target="/ppt/media/image18.png" Id="rId7" /><Relationship Type="http://schemas.openxmlformats.org/officeDocument/2006/relationships/image" Target="/ppt/media/image19.png" Id="rId8" /><Relationship Type="http://schemas.openxmlformats.org/officeDocument/2006/relationships/image" Target="/ppt/media/image20.png" Id="rId9" /><Relationship Type="http://schemas.openxmlformats.org/officeDocument/2006/relationships/image" Target="/ppt/media/image21.png" Id="rId10" /><Relationship Type="http://schemas.openxmlformats.org/officeDocument/2006/relationships/image" Target="/ppt/media/image22.png" Id="rId11" /><Relationship Type="http://schemas.openxmlformats.org/officeDocument/2006/relationships/image" Target="/ppt/media/image23.png" Id="rId12" /><Relationship Type="http://schemas.openxmlformats.org/officeDocument/2006/relationships/image" Target="/ppt/media/image24.png" Id="rId13" /><Relationship Type="http://schemas.openxmlformats.org/officeDocument/2006/relationships/image" Target="/ppt/media/image25.png" Id="rId14" /><Relationship Type="http://schemas.openxmlformats.org/officeDocument/2006/relationships/image" Target="/ppt/media/image26.png" Id="rId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27.png" Id="rId2" /><Relationship Type="http://schemas.openxmlformats.org/officeDocument/2006/relationships/image" Target="/ppt/media/image28.png" Id="rId3" /></Relationships>
</file>

<file path=ppt/slides/slide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0" y="-4233"/>
            <a:ext cx="12192000" cy="6858000"/>
          </a:xfrm>
          <a:prstGeom prst="rect"/>
          <a:solidFill>
            <a:srgbClr val="22C0C4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pic>
        <p:nvPicPr>
          <p:cNvPr id="3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231" y="209550"/>
            <a:ext cx="11545973" cy="6210300"/>
          </a:xfrm>
          <a:prstGeom prst="rect">
            <a:avLst/>
          </a:prstGeom>
        </p:spPr>
      </p:pic>
      <p:pic>
        <p:nvPicPr>
          <p:cNvPr id="4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1240" y="2729132"/>
            <a:ext cx="3220760" cy="4128868"/>
          </a:xfrm>
          <a:prstGeom prst="rect">
            <a:avLst/>
          </a:prstGeom>
        </p:spPr>
      </p:pic>
      <p:pic>
        <p:nvPicPr>
          <p:cNvPr id="5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473543"/>
            <a:ext cx="3074796" cy="3587262"/>
          </a:xfrm>
          <a:prstGeom prst="rect">
            <a:avLst/>
          </a:prstGeom>
        </p:spPr>
      </p:pic>
      <p:sp>
        <p:nvSpPr>
          <p:cNvPr id="6" name="文本1"/>
          <p:cNvSpPr txBox="1"/>
          <p:nvPr/>
        </p:nvSpPr>
        <p:spPr>
          <a:xfrm>
            <a:off x="-143510" y="6590455"/>
            <a:ext cx="1250951" cy="4674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1400"/>
              </a:lnSpc>
            </a:pPr>
            <a:r>
              <a:rPr lang="zh-CN" altLang="en-US" sz="1200" b="0" i="0" dirty="0">
                <a:solidFill>
                  <a:srgbClr val="21B8BB">
                    <a:alpha val="100000"/>
                  </a:srgbClr>
                </a:solidFill>
                <a:latin typeface="楷体"/>
                <a:ea typeface="楷体"/>
              </a:rPr>
              <a:t>状元成才路</a:t>
            </a:r>
          </a:p>
        </p:txBody>
      </p:sp>
      <p:pic>
        <p:nvPicPr>
          <p:cNvPr id="7" name="图片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401" y="6633634"/>
            <a:ext cx="1064684" cy="351367"/>
          </a:xfrm>
          <a:prstGeom prst="rect">
            <a:avLst/>
          </a:prstGeom>
        </p:spPr>
      </p:pic>
      <p:grpSp>
        <p:nvGrpSpPr>
          <p:cNvPr id="8" name="组合1"/>
          <p:cNvGrpSpPr/>
          <p:nvPr/>
        </p:nvGrpSpPr>
        <p:grpSpPr>
          <a:xfrm>
            <a:off x="2135560" y="1636847"/>
            <a:ext cx="8107570" cy="1206596"/>
            <a:chOff x="0" y="0"/>
            <a:chExt cx="8107570" cy="1206596"/>
          </a:xfrm>
        </p:grpSpPr>
        <p:sp>
          <p:nvSpPr>
            <p:cNvPr id="9" name="文本4"/>
            <p:cNvSpPr txBox="1"/>
            <p:nvPr/>
          </p:nvSpPr>
          <p:spPr>
            <a:xfrm>
              <a:off x="998872" y="92766"/>
              <a:ext cx="7108698" cy="111383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>
                <a:lnSpc>
                  <a:spcPts val="6500"/>
                </a:lnSpc>
              </a:pPr>
              <a:r>
                <a:rPr lang="zh-CN" altLang="en-US" sz="5400" b="1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万以内的加法和减法</a:t>
              </a:r>
            </a:p>
          </p:txBody>
        </p:sp>
        <p:sp>
          <p:nvSpPr>
            <p:cNvPr id="10" name="形状2"/>
            <p:cNvSpPr txBox="1"/>
            <p:nvPr/>
          </p:nvSpPr>
          <p:spPr>
            <a:xfrm>
              <a:off x="0" y="63961"/>
              <a:ext cx="1080000" cy="1080000"/>
            </a:xfrm>
            <a:prstGeom prst="ellipse"/>
            <a:solidFill>
              <a:srgbClr val="0079AD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  <a:effectLst>
              <a:outerShdw blurRad="0" dist="63500" dir="13500000" rotWithShape="0">
                <a:srgbClr val="000000">
                  <a:alpha val="40000"/>
                </a:srgbClr>
              </a:outerShdw>
            </a:effectLst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1" name="文本5"/>
            <p:cNvSpPr txBox="1"/>
            <p:nvPr/>
          </p:nvSpPr>
          <p:spPr>
            <a:xfrm>
              <a:off x="154352" y="0"/>
              <a:ext cx="967391" cy="1108862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7200"/>
                </a:lnSpc>
              </a:pPr>
              <a:r>
                <a:rPr lang="zh-CN" altLang="en-US" sz="6000" b="1" i="0" dirty="0">
                  <a:solidFill>
                    <a:srgbClr val="FFFFFF">
                      <a:alpha val="100000"/>
                    </a:srgbClr>
                  </a:solidFill>
                  <a:effectLst>
                    <a:outerShdw blurRad="38100" dist="38100" dir="2700000" rotWithShape="0">
                      <a:srgbClr val="000000">
                        <a:alpha val="43137"/>
                      </a:srgbClr>
                    </a:outerShdw>
                  </a:effectLst>
                  <a:latin typeface="宋体"/>
                  <a:ea typeface="宋体"/>
                </a:rPr>
                <a:t>四</a:t>
              </a:r>
            </a:p>
          </p:txBody>
        </p:sp>
      </p:grpSp>
      <p:sp>
        <p:nvSpPr>
          <p:cNvPr id="12" name="文本2"/>
          <p:cNvSpPr txBox="1"/>
          <p:nvPr/>
        </p:nvSpPr>
        <p:spPr>
          <a:xfrm>
            <a:off x="208461" y="136971"/>
            <a:ext cx="2898710" cy="59061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400"/>
              </a:lnSpc>
            </a:pPr>
            <a:r>
              <a:rPr lang="zh-CN" altLang="en-US" sz="2000" b="0" i="0" dirty="0">
                <a:solidFill>
                  <a:srgbClr val="FFFFFF">
                    <a:alpha val="100000"/>
                  </a:srgbClr>
                </a:solidFill>
                <a:effectLst>
                  <a:outerShdw blurRad="0" dist="63500" dir="2700000" rotWithShape="0">
                    <a:srgbClr val="000000">
                      <a:alpha val="43137"/>
                    </a:srgbClr>
                  </a:outerShdw>
                </a:effectLst>
                <a:latin typeface="黑体"/>
                <a:ea typeface="黑体"/>
              </a:rPr>
              <a:t>R·二年级数学下册</a:t>
            </a:r>
          </a:p>
        </p:txBody>
      </p:sp>
      <p:sp>
        <p:nvSpPr>
          <p:cNvPr id="13" name="文本3"/>
          <p:cNvSpPr txBox="1"/>
          <p:nvPr/>
        </p:nvSpPr>
        <p:spPr>
          <a:xfrm>
            <a:off x="1262224" y="3155118"/>
            <a:ext cx="9672953" cy="1298496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8600"/>
              </a:lnSpc>
            </a:pPr>
            <a:r>
              <a:rPr lang="zh-CN" altLang="en-US" sz="7200" b="1" i="0" dirty="0">
                <a:solidFill>
                  <a:srgbClr val="22C0C4">
                    <a:alpha val="100000"/>
                  </a:srgbClr>
                </a:solidFill>
                <a:effectLst>
                  <a:outerShdw blurRad="0" dist="63500" dir="2700000" rotWithShape="0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数独游戏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0" y="4233"/>
            <a:ext cx="12192000" cy="6858000"/>
          </a:xfrm>
          <a:prstGeom prst="rect"/>
          <a:solidFill>
            <a:srgbClr val="22C0C4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pic>
        <p:nvPicPr>
          <p:cNvPr id="3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2" y="-162984"/>
            <a:ext cx="12323233" cy="7217835"/>
          </a:xfrm>
          <a:prstGeom prst="rect">
            <a:avLst/>
          </a:prstGeom>
        </p:spPr>
      </p:pic>
      <p:grpSp>
        <p:nvGrpSpPr>
          <p:cNvPr id="4" name="组合1"/>
          <p:cNvGrpSpPr/>
          <p:nvPr/>
        </p:nvGrpSpPr>
        <p:grpSpPr>
          <a:xfrm>
            <a:off x="4578574" y="165857"/>
            <a:ext cx="3034853" cy="814871"/>
            <a:chOff x="0" y="0"/>
            <a:chExt cx="3034853" cy="814871"/>
          </a:xfrm>
        </p:grpSpPr>
        <p:sp>
          <p:nvSpPr>
            <p:cNvPr id="5" name="形状3"/>
            <p:cNvSpPr txBox="1"/>
            <p:nvPr/>
          </p:nvSpPr>
          <p:spPr>
            <a:xfrm>
              <a:off x="47698" y="0"/>
              <a:ext cx="2987155" cy="765515"/>
            </a:xfrm>
            <a:prstGeom prst="rect"/>
            <a:solidFill>
              <a:srgbClr val="118A8D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6" name="形状4"/>
            <p:cNvSpPr txBox="1"/>
            <p:nvPr/>
          </p:nvSpPr>
          <p:spPr>
            <a:xfrm>
              <a:off x="0" y="49356"/>
              <a:ext cx="2987155" cy="765515"/>
            </a:xfrm>
            <a:prstGeom prst="rect"/>
            <a:solidFill>
              <a:srgbClr val="FFFFFF">
                <a:alpha val="100000"/>
              </a:srgbClr>
            </a:solidFill>
            <a:ln w="12700">
              <a:solidFill>
                <a:srgbClr val="118A8D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</p:grpSp>
      <p:pic>
        <p:nvPicPr>
          <p:cNvPr id="7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628928">
            <a:off x="6842525" y="-97654"/>
            <a:ext cx="1056178" cy="1069464"/>
          </a:xfrm>
          <a:prstGeom prst="rect">
            <a:avLst/>
          </a:prstGeom>
        </p:spPr>
      </p:pic>
      <p:sp>
        <p:nvSpPr>
          <p:cNvPr id="8" name="形状2"/>
          <p:cNvSpPr txBox="1"/>
          <p:nvPr/>
        </p:nvSpPr>
        <p:spPr>
          <a:xfrm>
            <a:off x="4937691" y="918568"/>
            <a:ext cx="2316619" cy="19050"/>
          </a:xfrm>
          <a:prstGeom prst="line"/>
          <a:solidFill>
            <a:srgbClr val="FFFFFF">
              <a:alpha val="0"/>
            </a:srgbClr>
          </a:solidFill>
          <a:ln w="19050">
            <a:solidFill>
              <a:srgbClr val="CAD7D7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9" name="文本1"/>
          <p:cNvSpPr txBox="1"/>
          <p:nvPr/>
        </p:nvSpPr>
        <p:spPr>
          <a:xfrm>
            <a:off x="4596959" y="195449"/>
            <a:ext cx="3180963" cy="898386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4400"/>
              </a:lnSpc>
            </a:pPr>
            <a:r>
              <a:rPr lang="zh-CN" altLang="en-US" sz="4000" b="1" i="0" dirty="0">
                <a:solidFill>
                  <a:srgbClr val="000000">
                    <a:alpha val="100000"/>
                  </a:srgbClr>
                </a:solidFill>
                <a:latin typeface="Aa偷吃可爱长大的"/>
                <a:ea typeface="Aa偷吃可爱长大的"/>
              </a:rPr>
              <a:t>游戏导入</a:t>
            </a:r>
          </a:p>
        </p:txBody>
      </p:sp>
      <p:sp>
        <p:nvSpPr>
          <p:cNvPr id="10" name="文本2"/>
          <p:cNvSpPr txBox="1"/>
          <p:nvPr/>
        </p:nvSpPr>
        <p:spPr>
          <a:xfrm>
            <a:off x="781600" y="1219230"/>
            <a:ext cx="10757674" cy="151568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5200"/>
              </a:lnSpc>
            </a:pPr>
            <a:r>
              <a:rPr lang="zh-CN" altLang="en-US" sz="3600" b="0" i="0" dirty="0">
                <a:solidFill>
                  <a:srgbClr val="000000">
                    <a:alpha val="100000"/>
                  </a:srgbClr>
                </a:solidFill>
                <a:latin typeface="Aa偷吃可爱长大的"/>
                <a:ea typeface="Aa偷吃可爱长大的"/>
              </a:rPr>
              <a:t>规则：下面的方格中只能填</a:t>
            </a:r>
            <a:r>
              <a:rPr lang="zh-CN" altLang="en-US" sz="3600" b="1" i="0" dirty="0">
                <a:solidFill>
                  <a:srgbClr val="000000">
                    <a:alpha val="100000"/>
                  </a:srgbClr>
                </a:solidFill>
                <a:latin typeface="Aa偷吃可爱长大的"/>
                <a:ea typeface="Aa偷吃可爱长大的"/>
              </a:rPr>
              <a:t>1~4</a:t>
            </a:r>
            <a:r>
              <a:rPr lang="zh-CN" altLang="en-US" sz="3600" b="0" i="0" dirty="0">
                <a:solidFill>
                  <a:srgbClr val="000000">
                    <a:alpha val="100000"/>
                  </a:srgbClr>
                </a:solidFill>
                <a:latin typeface="Aa偷吃可爱长大的"/>
                <a:ea typeface="Aa偷吃可爱长大的"/>
              </a:rPr>
              <a:t>这四个数，每个数只能用一次。</a:t>
            </a:r>
          </a:p>
        </p:txBody>
      </p:sp>
      <p:graphicFrame>
        <p:nvGraphicFramePr>
          <p:cNvPr id="11" name="表格1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907840" y="2845495"/>
          <a:ext cx="3187224" cy="799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806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96806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96806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96806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</a:tblGrid>
              <a:tr h="799529"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5300"/>
                        </a:lnSpc>
                      </a:pPr>
                      <a:r>
                        <a:rPr lang="zh-CN" altLang="en-US" sz="4399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CE0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CE0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5300"/>
                        </a:lnSpc>
                      </a:pPr>
                      <a:r>
                        <a:rPr lang="zh-CN" altLang="en-US" sz="4399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CE0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5300"/>
                        </a:lnSpc>
                      </a:pPr>
                      <a:r>
                        <a:rPr lang="zh-CN" altLang="en-US" sz="4399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A</a:t>
                      </a:r>
                    </a:p>
                  </a:txBody>
                  <a:tcPr anchor="ctr"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CE0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</a:tbl>
          </a:graphicData>
        </a:graphic>
      </p:graphicFrame>
      <p:graphicFrame>
        <p:nvGraphicFramePr>
          <p:cNvPr id="12" name="表格2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4536600" y="2845495"/>
          <a:ext cx="3187224" cy="799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806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96806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96806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96806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</a:tblGrid>
              <a:tr h="799529"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5300"/>
                        </a:lnSpc>
                      </a:pPr>
                      <a:r>
                        <a:rPr lang="zh-CN" altLang="en-US" sz="4399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CE0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CE0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CE0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5300"/>
                        </a:lnSpc>
                      </a:pPr>
                      <a:r>
                        <a:rPr lang="zh-CN" altLang="en-US" sz="4399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A</a:t>
                      </a:r>
                    </a:p>
                  </a:txBody>
                  <a:tcPr anchor="ctr"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CE0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</a:tbl>
          </a:graphicData>
        </a:graphic>
      </p:graphicFrame>
      <p:graphicFrame>
        <p:nvGraphicFramePr>
          <p:cNvPr id="13" name="表格3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8165360" y="2845495"/>
          <a:ext cx="3187224" cy="799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806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96806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96806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96806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</a:tblGrid>
              <a:tr h="799529"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5300"/>
                        </a:lnSpc>
                      </a:pPr>
                      <a:r>
                        <a:rPr lang="zh-CN" altLang="en-US" sz="4399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CE0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5300"/>
                        </a:lnSpc>
                      </a:pPr>
                      <a:r>
                        <a:rPr lang="zh-CN" altLang="en-US" sz="4399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CE0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5300"/>
                        </a:lnSpc>
                      </a:pPr>
                      <a:r>
                        <a:rPr lang="zh-CN" altLang="en-US" sz="4399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CE0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5300"/>
                        </a:lnSpc>
                      </a:pPr>
                      <a:r>
                        <a:rPr lang="zh-CN" altLang="en-US" sz="4399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A</a:t>
                      </a:r>
                    </a:p>
                  </a:txBody>
                  <a:tcPr anchor="ctr"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CE0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</a:tbl>
          </a:graphicData>
        </a:graphic>
      </p:graphicFrame>
      <p:sp>
        <p:nvSpPr>
          <p:cNvPr id="14" name="文本3"/>
          <p:cNvSpPr txBox="1"/>
          <p:nvPr/>
        </p:nvSpPr>
        <p:spPr>
          <a:xfrm>
            <a:off x="2101598" y="3628963"/>
            <a:ext cx="982588" cy="850809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4800"/>
              </a:lnSpc>
            </a:pPr>
            <a:r>
              <a:rPr lang="zh-CN" altLang="en-US" sz="3600" b="0" i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</a:rPr>
              <a:t>①</a:t>
            </a:r>
          </a:p>
        </p:txBody>
      </p:sp>
      <p:sp>
        <p:nvSpPr>
          <p:cNvPr id="15" name="文本4"/>
          <p:cNvSpPr txBox="1"/>
          <p:nvPr/>
        </p:nvSpPr>
        <p:spPr>
          <a:xfrm>
            <a:off x="5730358" y="3628963"/>
            <a:ext cx="982588" cy="850809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4800"/>
              </a:lnSpc>
            </a:pPr>
            <a:r>
              <a:rPr lang="zh-CN" altLang="en-US" sz="3600" b="0" i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</a:rPr>
              <a:t>②</a:t>
            </a:r>
          </a:p>
        </p:txBody>
      </p:sp>
      <p:sp>
        <p:nvSpPr>
          <p:cNvPr id="16" name="文本5"/>
          <p:cNvSpPr txBox="1"/>
          <p:nvPr/>
        </p:nvSpPr>
        <p:spPr>
          <a:xfrm>
            <a:off x="9359118" y="3628963"/>
            <a:ext cx="982588" cy="850809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4800"/>
              </a:lnSpc>
            </a:pPr>
            <a:r>
              <a:rPr lang="zh-CN" altLang="en-US" sz="3600" b="0" i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</a:rPr>
              <a:t>③</a:t>
            </a:r>
          </a:p>
        </p:txBody>
      </p:sp>
      <p:pic>
        <p:nvPicPr>
          <p:cNvPr id="17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4392" y="4306720"/>
            <a:ext cx="1903074" cy="2045185"/>
          </a:xfrm>
          <a:prstGeom prst="rect">
            <a:avLst/>
          </a:prstGeom>
        </p:spPr>
      </p:pic>
      <p:grpSp>
        <p:nvGrpSpPr>
          <p:cNvPr id="18" name="组合2"/>
          <p:cNvGrpSpPr/>
          <p:nvPr/>
        </p:nvGrpSpPr>
        <p:grpSpPr>
          <a:xfrm>
            <a:off x="4423308" y="4554501"/>
            <a:ext cx="5043488" cy="768979"/>
            <a:chOff x="0" y="0"/>
            <a:chExt cx="5043488" cy="768979"/>
          </a:xfrm>
        </p:grpSpPr>
        <p:sp>
          <p:nvSpPr>
            <p:cNvPr id="19" name="形状5"/>
            <p:cNvSpPr txBox="1"/>
            <p:nvPr/>
          </p:nvSpPr>
          <p:spPr>
            <a:xfrm>
              <a:off x="0" y="26627"/>
              <a:ext cx="4949056" cy="646331"/>
            </a:xfrm>
            <a:prstGeom prst="wedgeRoundRectCallout"/>
            <a:solidFill>
              <a:srgbClr val="FFFFFF">
                <a:alpha val="100000"/>
              </a:srgbClr>
            </a:solidFill>
            <a:ln w="19050">
              <a:solidFill>
                <a:srgbClr val="3399FF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0" name="文本6"/>
            <p:cNvSpPr txBox="1"/>
            <p:nvPr/>
          </p:nvSpPr>
          <p:spPr>
            <a:xfrm>
              <a:off x="5134" y="0"/>
              <a:ext cx="5038354" cy="768979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4500"/>
                </a:lnSpc>
              </a:pPr>
              <a:r>
                <a:rPr lang="zh-CN" altLang="en-US" sz="3200" b="1" i="0" dirty="0">
                  <a:solidFill>
                    <a:srgbClr val="000000">
                      <a:alpha val="100000"/>
                    </a:srgbClr>
                  </a:solidFill>
                  <a:latin typeface="Aa偷吃可爱长大的"/>
                  <a:ea typeface="Aa偷吃可爱长大的"/>
                </a:rPr>
                <a:t>哪个选项A只有一个可能？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0" y="4233"/>
            <a:ext cx="12192000" cy="6858000"/>
          </a:xfrm>
          <a:prstGeom prst="rect"/>
          <a:solidFill>
            <a:srgbClr val="22C0C4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pic>
        <p:nvPicPr>
          <p:cNvPr id="3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2" y="-162984"/>
            <a:ext cx="12323233" cy="7217835"/>
          </a:xfrm>
          <a:prstGeom prst="rect">
            <a:avLst/>
          </a:prstGeom>
        </p:spPr>
      </p:pic>
      <p:grpSp>
        <p:nvGrpSpPr>
          <p:cNvPr id="4" name="组合1"/>
          <p:cNvGrpSpPr/>
          <p:nvPr/>
        </p:nvGrpSpPr>
        <p:grpSpPr>
          <a:xfrm>
            <a:off x="4578574" y="165857"/>
            <a:ext cx="3034853" cy="814871"/>
            <a:chOff x="0" y="0"/>
            <a:chExt cx="3034853" cy="814871"/>
          </a:xfrm>
        </p:grpSpPr>
        <p:sp>
          <p:nvSpPr>
            <p:cNvPr id="5" name="形状7"/>
            <p:cNvSpPr txBox="1"/>
            <p:nvPr/>
          </p:nvSpPr>
          <p:spPr>
            <a:xfrm>
              <a:off x="47698" y="0"/>
              <a:ext cx="2987155" cy="765515"/>
            </a:xfrm>
            <a:prstGeom prst="rect"/>
            <a:solidFill>
              <a:srgbClr val="118A8D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6" name="形状8"/>
            <p:cNvSpPr txBox="1"/>
            <p:nvPr/>
          </p:nvSpPr>
          <p:spPr>
            <a:xfrm>
              <a:off x="0" y="49356"/>
              <a:ext cx="2987155" cy="765515"/>
            </a:xfrm>
            <a:prstGeom prst="rect"/>
            <a:solidFill>
              <a:srgbClr val="FFFFFF">
                <a:alpha val="100000"/>
              </a:srgbClr>
            </a:solidFill>
            <a:ln w="12700">
              <a:solidFill>
                <a:srgbClr val="118A8D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</p:grpSp>
      <p:sp>
        <p:nvSpPr>
          <p:cNvPr id="7" name="形状2"/>
          <p:cNvSpPr txBox="1"/>
          <p:nvPr/>
        </p:nvSpPr>
        <p:spPr>
          <a:xfrm>
            <a:off x="4937691" y="918568"/>
            <a:ext cx="2316619" cy="19050"/>
          </a:xfrm>
          <a:prstGeom prst="line"/>
          <a:solidFill>
            <a:srgbClr val="FFFFFF">
              <a:alpha val="0"/>
            </a:srgbClr>
          </a:solidFill>
          <a:ln w="19050">
            <a:solidFill>
              <a:srgbClr val="CAD7D7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8" name="形状3"/>
          <p:cNvSpPr txBox="1"/>
          <p:nvPr/>
        </p:nvSpPr>
        <p:spPr>
          <a:xfrm>
            <a:off x="10394269" y="3429080"/>
            <a:ext cx="720000" cy="720000"/>
          </a:xfrm>
          <a:prstGeom prst="rect"/>
          <a:solidFill>
            <a:srgbClr val="9900FF">
              <a:alpha val="74901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9" name="形状4"/>
          <p:cNvSpPr txBox="1"/>
          <p:nvPr/>
        </p:nvSpPr>
        <p:spPr>
          <a:xfrm>
            <a:off x="8232780" y="1989080"/>
            <a:ext cx="2880000" cy="720000"/>
          </a:xfrm>
          <a:prstGeom prst="rect"/>
          <a:solidFill>
            <a:srgbClr val="22C0C4">
              <a:alpha val="74901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0" name="形状5"/>
          <p:cNvSpPr txBox="1"/>
          <p:nvPr/>
        </p:nvSpPr>
        <p:spPr>
          <a:xfrm rot="5400000">
            <a:off x="7873897" y="2348921"/>
            <a:ext cx="2880000" cy="720000"/>
          </a:xfrm>
          <a:prstGeom prst="rect"/>
          <a:solidFill>
            <a:srgbClr val="FFF2CC">
              <a:alpha val="74901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1" name="文本2"/>
          <p:cNvSpPr txBox="1"/>
          <p:nvPr/>
        </p:nvSpPr>
        <p:spPr>
          <a:xfrm>
            <a:off x="588280" y="899304"/>
            <a:ext cx="7535316" cy="282953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6900"/>
              </a:lnSpc>
            </a:pPr>
            <a:r>
              <a:rPr lang="zh-CN" altLang="en-US" sz="3600" b="0" i="0" dirty="0">
                <a:solidFill>
                  <a:srgbClr val="231F20">
                    <a:alpha val="100000"/>
                  </a:srgbClr>
                </a:solidFill>
                <a:latin typeface="Aa偷吃可爱长大的"/>
                <a:ea typeface="Aa偷吃可爱长大的"/>
              </a:rPr>
              <a:t>        用1~4填满右边的方格，要使每行、每列以及每个          （宫）都要用到1~4，且不能重复。</a:t>
            </a:r>
          </a:p>
        </p:txBody>
      </p:sp>
      <p:graphicFrame>
        <p:nvGraphicFramePr>
          <p:cNvPr id="12" name="表格1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4569836" y="1890807"/>
          <a:ext cx="936000" cy="9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</a:tblGrid>
              <a:tr h="468000"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468000"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</a:tbl>
          </a:graphicData>
        </a:graphic>
      </p:graphicFrame>
      <p:graphicFrame>
        <p:nvGraphicFramePr>
          <p:cNvPr id="13" name="表格2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8233525" y="1269080"/>
          <a:ext cx="288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</a:tblGrid>
              <a:tr h="720000"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720000"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720000"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720000"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</a:tbl>
          </a:graphicData>
        </a:graphic>
      </p:graphicFrame>
      <p:sp>
        <p:nvSpPr>
          <p:cNvPr id="14" name="文本3"/>
          <p:cNvSpPr txBox="1"/>
          <p:nvPr/>
        </p:nvSpPr>
        <p:spPr>
          <a:xfrm>
            <a:off x="11105214" y="1961082"/>
            <a:ext cx="942456" cy="83683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600"/>
              </a:lnSpc>
            </a:pPr>
            <a:r>
              <a:rPr lang="zh-CN" altLang="en-US" sz="3600" b="1" i="0" dirty="0">
                <a:solidFill>
                  <a:srgbClr val="1CA1A4">
                    <a:alpha val="100000"/>
                  </a:srgbClr>
                </a:solidFill>
                <a:latin typeface="Aa偷吃可爱长大的"/>
                <a:ea typeface="Aa偷吃可爱长大的"/>
              </a:rPr>
              <a:t>行</a:t>
            </a:r>
          </a:p>
        </p:txBody>
      </p:sp>
      <p:sp>
        <p:nvSpPr>
          <p:cNvPr id="15" name="文本4"/>
          <p:cNvSpPr txBox="1"/>
          <p:nvPr/>
        </p:nvSpPr>
        <p:spPr>
          <a:xfrm>
            <a:off x="8976320" y="541341"/>
            <a:ext cx="942456" cy="83683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600"/>
              </a:lnSpc>
            </a:pPr>
            <a:r>
              <a:rPr lang="zh-CN" altLang="en-US" sz="3600" b="1" i="0" dirty="0">
                <a:solidFill>
                  <a:srgbClr val="ED7D31">
                    <a:alpha val="100000"/>
                  </a:srgbClr>
                </a:solidFill>
                <a:latin typeface="Aa偷吃可爱长大的"/>
                <a:ea typeface="Aa偷吃可爱长大的"/>
              </a:rPr>
              <a:t>列</a:t>
            </a:r>
          </a:p>
        </p:txBody>
      </p:sp>
      <p:sp>
        <p:nvSpPr>
          <p:cNvPr id="16" name="形状6"/>
          <p:cNvSpPr txBox="1"/>
          <p:nvPr/>
        </p:nvSpPr>
        <p:spPr>
          <a:xfrm>
            <a:off x="8232035" y="2708842"/>
            <a:ext cx="1440000" cy="1440000"/>
          </a:xfrm>
          <a:prstGeom prst="rect"/>
          <a:solidFill>
            <a:srgbClr val="FFFFFF">
              <a:alpha val="0"/>
            </a:srgbClr>
          </a:solidFill>
          <a:ln w="38100">
            <a:solidFill>
              <a:srgbClr val="F00C08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7" name="文本5"/>
          <p:cNvSpPr txBox="1"/>
          <p:nvPr/>
        </p:nvSpPr>
        <p:spPr>
          <a:xfrm>
            <a:off x="8630898" y="4112497"/>
            <a:ext cx="838434" cy="83683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600"/>
              </a:lnSpc>
            </a:pPr>
            <a:r>
              <a:rPr lang="zh-CN" altLang="en-US" sz="3600" b="1" i="0" dirty="0">
                <a:solidFill>
                  <a:srgbClr val="FF0000">
                    <a:alpha val="100000"/>
                  </a:srgbClr>
                </a:solidFill>
                <a:latin typeface="Aa偷吃可爱长大的"/>
                <a:ea typeface="Aa偷吃可爱长大的"/>
              </a:rPr>
              <a:t>宫</a:t>
            </a:r>
          </a:p>
        </p:txBody>
      </p:sp>
      <p:pic>
        <p:nvPicPr>
          <p:cNvPr id="18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628928">
            <a:off x="7360196" y="-76219"/>
            <a:ext cx="1056178" cy="1069464"/>
          </a:xfrm>
          <a:prstGeom prst="rect">
            <a:avLst/>
          </a:prstGeom>
        </p:spPr>
      </p:pic>
      <p:sp>
        <p:nvSpPr>
          <p:cNvPr id="19" name="文本7"/>
          <p:cNvSpPr txBox="1"/>
          <p:nvPr/>
        </p:nvSpPr>
        <p:spPr>
          <a:xfrm>
            <a:off x="4506220" y="221323"/>
            <a:ext cx="3180963" cy="898386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4400"/>
              </a:lnSpc>
            </a:pPr>
            <a:r>
              <a:rPr lang="zh-CN" altLang="en-US" sz="4000" b="1" i="0" dirty="0">
                <a:solidFill>
                  <a:srgbClr val="000000">
                    <a:alpha val="100000"/>
                  </a:srgbClr>
                </a:solidFill>
                <a:latin typeface="Aa偷吃可爱长大的"/>
                <a:ea typeface="Aa偷吃可爱长大的"/>
              </a:rPr>
              <a:t>4x4数独游戏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4" grpId="0" animBg="1"/>
      <p:bldP spid="10" grpId="0" animBg="1"/>
      <p:bldP spid="15" grpId="0" animBg="1"/>
      <p:bldP spid="16" grpId="0" animBg="1"/>
      <p:bldP spid="17" grpId="0" animBg="1"/>
    </p:bldLst>
  </p:timing>
</p:sld>
</file>

<file path=ppt/slides/slide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0" y="4233"/>
            <a:ext cx="12192000" cy="6858000"/>
          </a:xfrm>
          <a:prstGeom prst="rect"/>
          <a:solidFill>
            <a:srgbClr val="22C0C4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pic>
        <p:nvPicPr>
          <p:cNvPr id="3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2" y="-162984"/>
            <a:ext cx="12323233" cy="7217835"/>
          </a:xfrm>
          <a:prstGeom prst="rect">
            <a:avLst/>
          </a:prstGeom>
        </p:spPr>
      </p:pic>
      <p:grpSp>
        <p:nvGrpSpPr>
          <p:cNvPr id="4" name="组合1"/>
          <p:cNvGrpSpPr/>
          <p:nvPr/>
        </p:nvGrpSpPr>
        <p:grpSpPr>
          <a:xfrm>
            <a:off x="4578574" y="165857"/>
            <a:ext cx="3034853" cy="814871"/>
            <a:chOff x="0" y="0"/>
            <a:chExt cx="3034853" cy="814871"/>
          </a:xfrm>
        </p:grpSpPr>
        <p:sp>
          <p:nvSpPr>
            <p:cNvPr id="5" name="形状7"/>
            <p:cNvSpPr txBox="1"/>
            <p:nvPr/>
          </p:nvSpPr>
          <p:spPr>
            <a:xfrm>
              <a:off x="47698" y="0"/>
              <a:ext cx="2987155" cy="765515"/>
            </a:xfrm>
            <a:prstGeom prst="rect"/>
            <a:solidFill>
              <a:srgbClr val="118A8D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6" name="形状8"/>
            <p:cNvSpPr txBox="1"/>
            <p:nvPr/>
          </p:nvSpPr>
          <p:spPr>
            <a:xfrm>
              <a:off x="0" y="49356"/>
              <a:ext cx="2987155" cy="765515"/>
            </a:xfrm>
            <a:prstGeom prst="rect"/>
            <a:solidFill>
              <a:srgbClr val="FFFFFF">
                <a:alpha val="100000"/>
              </a:srgbClr>
            </a:solidFill>
            <a:ln w="12700">
              <a:solidFill>
                <a:srgbClr val="118A8D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</p:grpSp>
      <p:pic>
        <p:nvPicPr>
          <p:cNvPr id="7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628928">
            <a:off x="7360196" y="-76219"/>
            <a:ext cx="1056178" cy="1069464"/>
          </a:xfrm>
          <a:prstGeom prst="rect">
            <a:avLst/>
          </a:prstGeom>
        </p:spPr>
      </p:pic>
      <p:sp>
        <p:nvSpPr>
          <p:cNvPr id="8" name="形状2"/>
          <p:cNvSpPr txBox="1"/>
          <p:nvPr/>
        </p:nvSpPr>
        <p:spPr>
          <a:xfrm>
            <a:off x="4937691" y="918568"/>
            <a:ext cx="2316619" cy="19050"/>
          </a:xfrm>
          <a:prstGeom prst="line"/>
          <a:solidFill>
            <a:srgbClr val="FFFFFF">
              <a:alpha val="0"/>
            </a:srgbClr>
          </a:solidFill>
          <a:ln w="19050">
            <a:solidFill>
              <a:srgbClr val="CAD7D7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9" name="形状3"/>
          <p:cNvSpPr txBox="1"/>
          <p:nvPr/>
        </p:nvSpPr>
        <p:spPr>
          <a:xfrm>
            <a:off x="6978584" y="4431036"/>
            <a:ext cx="720000" cy="720000"/>
          </a:xfrm>
          <a:prstGeom prst="rect"/>
          <a:solidFill>
            <a:srgbClr val="9900FF">
              <a:alpha val="74901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0" name="形状4"/>
          <p:cNvSpPr txBox="1"/>
          <p:nvPr/>
        </p:nvSpPr>
        <p:spPr>
          <a:xfrm>
            <a:off x="4817095" y="2991036"/>
            <a:ext cx="2880000" cy="720000"/>
          </a:xfrm>
          <a:prstGeom prst="rect"/>
          <a:solidFill>
            <a:srgbClr val="22C0C4">
              <a:alpha val="74901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1" name="形状5"/>
          <p:cNvSpPr txBox="1"/>
          <p:nvPr/>
        </p:nvSpPr>
        <p:spPr>
          <a:xfrm rot="5400000">
            <a:off x="4458212" y="3350877"/>
            <a:ext cx="2880000" cy="720000"/>
          </a:xfrm>
          <a:prstGeom prst="rect"/>
          <a:solidFill>
            <a:srgbClr val="FFF2CC">
              <a:alpha val="74901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2" name="文本1"/>
          <p:cNvSpPr txBox="1"/>
          <p:nvPr/>
        </p:nvSpPr>
        <p:spPr>
          <a:xfrm>
            <a:off x="4506220" y="221323"/>
            <a:ext cx="3180963" cy="898386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4400"/>
              </a:lnSpc>
            </a:pPr>
            <a:r>
              <a:rPr lang="zh-CN" altLang="en-US" sz="4000" b="1" i="0" dirty="0">
                <a:solidFill>
                  <a:srgbClr val="000000">
                    <a:alpha val="100000"/>
                  </a:srgbClr>
                </a:solidFill>
                <a:latin typeface="Aa偷吃可爱长大的"/>
                <a:ea typeface="Aa偷吃可爱长大的"/>
              </a:rPr>
              <a:t>4x4数独游戏</a:t>
            </a:r>
          </a:p>
        </p:txBody>
      </p:sp>
      <p:graphicFrame>
        <p:nvGraphicFramePr>
          <p:cNvPr id="13" name="表格2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4817840" y="2271036"/>
          <a:ext cx="288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</a:tblGrid>
              <a:tr h="720000"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720000"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720000"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720000"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</a:tbl>
          </a:graphicData>
        </a:graphic>
      </p:graphicFrame>
      <p:sp>
        <p:nvSpPr>
          <p:cNvPr id="14" name="文本3"/>
          <p:cNvSpPr txBox="1"/>
          <p:nvPr/>
        </p:nvSpPr>
        <p:spPr>
          <a:xfrm>
            <a:off x="7689529" y="2963038"/>
            <a:ext cx="942456" cy="83683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600"/>
              </a:lnSpc>
            </a:pPr>
            <a:r>
              <a:rPr lang="zh-CN" altLang="en-US" sz="3600" b="1" i="0" dirty="0">
                <a:solidFill>
                  <a:srgbClr val="1CA1A4">
                    <a:alpha val="100000"/>
                  </a:srgbClr>
                </a:solidFill>
                <a:latin typeface="Aa偷吃可爱长大的"/>
                <a:ea typeface="Aa偷吃可爱长大的"/>
              </a:rPr>
              <a:t>行</a:t>
            </a:r>
          </a:p>
        </p:txBody>
      </p:sp>
      <p:sp>
        <p:nvSpPr>
          <p:cNvPr id="15" name="文本4"/>
          <p:cNvSpPr txBox="1"/>
          <p:nvPr/>
        </p:nvSpPr>
        <p:spPr>
          <a:xfrm>
            <a:off x="5560635" y="1543297"/>
            <a:ext cx="942456" cy="83683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600"/>
              </a:lnSpc>
            </a:pPr>
            <a:r>
              <a:rPr lang="zh-CN" altLang="en-US" sz="3600" b="1" i="0" dirty="0">
                <a:solidFill>
                  <a:srgbClr val="ED7D31">
                    <a:alpha val="100000"/>
                  </a:srgbClr>
                </a:solidFill>
                <a:latin typeface="Aa偷吃可爱长大的"/>
                <a:ea typeface="Aa偷吃可爱长大的"/>
              </a:rPr>
              <a:t>列</a:t>
            </a:r>
          </a:p>
        </p:txBody>
      </p:sp>
      <p:sp>
        <p:nvSpPr>
          <p:cNvPr id="16" name="形状6"/>
          <p:cNvSpPr txBox="1"/>
          <p:nvPr/>
        </p:nvSpPr>
        <p:spPr>
          <a:xfrm>
            <a:off x="4816350" y="3710798"/>
            <a:ext cx="1440000" cy="1440000"/>
          </a:xfrm>
          <a:prstGeom prst="rect"/>
          <a:solidFill>
            <a:srgbClr val="FFFFFF">
              <a:alpha val="0"/>
            </a:srgbClr>
          </a:solidFill>
          <a:ln w="38100">
            <a:solidFill>
              <a:srgbClr val="F00C08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7" name="文本5"/>
          <p:cNvSpPr txBox="1"/>
          <p:nvPr/>
        </p:nvSpPr>
        <p:spPr>
          <a:xfrm>
            <a:off x="5215213" y="5114453"/>
            <a:ext cx="838434" cy="83683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600"/>
              </a:lnSpc>
            </a:pPr>
            <a:r>
              <a:rPr lang="zh-CN" altLang="en-US" sz="3600" b="1" i="0" dirty="0">
                <a:solidFill>
                  <a:srgbClr val="FF0000">
                    <a:alpha val="100000"/>
                  </a:srgbClr>
                </a:solidFill>
                <a:latin typeface="Aa偷吃可爱长大的"/>
                <a:ea typeface="Aa偷吃可爱长大的"/>
              </a:rPr>
              <a:t>宫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4" grpId="0" animBg="1"/>
      <p:bldP spid="11" grpId="0" animBg="1"/>
      <p:bldP spid="15" grpId="0" animBg="1"/>
      <p:bldP spid="16" grpId="0" animBg="1"/>
      <p:bldP spid="17" grpId="0" animBg="1"/>
    </p:bldLst>
  </p:timing>
</p:sld>
</file>

<file path=ppt/slides/slide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0" y="4233"/>
            <a:ext cx="12192000" cy="6858000"/>
          </a:xfrm>
          <a:prstGeom prst="rect"/>
          <a:solidFill>
            <a:srgbClr val="22C0C4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pic>
        <p:nvPicPr>
          <p:cNvPr id="3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2" y="-162984"/>
            <a:ext cx="12323233" cy="7217835"/>
          </a:xfrm>
          <a:prstGeom prst="rect">
            <a:avLst/>
          </a:prstGeom>
        </p:spPr>
      </p:pic>
      <p:graphicFrame>
        <p:nvGraphicFramePr>
          <p:cNvPr id="4" name="表格1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1199456" y="1989000"/>
          <a:ext cx="288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</a:tblGrid>
              <a:tr h="720000"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720000"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720000"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720000"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</a:tbl>
          </a:graphicData>
        </a:graphic>
      </p:graphicFrame>
      <p:grpSp>
        <p:nvGrpSpPr>
          <p:cNvPr id="5" name="组合1"/>
          <p:cNvGrpSpPr/>
          <p:nvPr/>
        </p:nvGrpSpPr>
        <p:grpSpPr>
          <a:xfrm>
            <a:off x="695400" y="585913"/>
            <a:ext cx="2568302" cy="867026"/>
            <a:chOff x="0" y="0"/>
            <a:chExt cx="2568302" cy="867026"/>
          </a:xfrm>
        </p:grpSpPr>
        <p:sp>
          <p:nvSpPr>
            <p:cNvPr id="6" name="形状2"/>
            <p:cNvSpPr txBox="1"/>
            <p:nvPr/>
          </p:nvSpPr>
          <p:spPr>
            <a:xfrm>
              <a:off x="0" y="34775"/>
              <a:ext cx="2450233" cy="832251"/>
            </a:xfrm>
            <a:prstGeom prst="roundRect"/>
            <a:solidFill>
              <a:srgbClr val="FAE7A0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7" name="文本1"/>
            <p:cNvSpPr txBox="1"/>
            <p:nvPr/>
          </p:nvSpPr>
          <p:spPr>
            <a:xfrm>
              <a:off x="118069" y="0"/>
              <a:ext cx="2450233" cy="802742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4800"/>
                </a:lnSpc>
              </a:pPr>
              <a:r>
                <a:rPr lang="zh-CN" altLang="en-US" sz="4000" b="1" i="0" dirty="0">
                  <a:solidFill>
                    <a:srgbClr val="037FB7">
                      <a:alpha val="100000"/>
                    </a:srgbClr>
                  </a:solidFill>
                  <a:latin typeface="宋体"/>
                  <a:ea typeface="宋体"/>
                </a:rPr>
                <a:t>试一试</a:t>
              </a:r>
            </a:p>
          </p:txBody>
        </p:sp>
      </p:grpSp>
      <p:grpSp>
        <p:nvGrpSpPr>
          <p:cNvPr id="8" name="组合3"/>
          <p:cNvGrpSpPr/>
          <p:nvPr/>
        </p:nvGrpSpPr>
        <p:grpSpPr>
          <a:xfrm>
            <a:off x="4552026" y="2164280"/>
            <a:ext cx="6480720" cy="2360130"/>
            <a:chOff x="0" y="0"/>
            <a:chExt cx="6480720" cy="2360130"/>
          </a:xfrm>
        </p:grpSpPr>
        <p:sp>
          <p:nvSpPr>
            <p:cNvPr id="9" name="形状3"/>
            <p:cNvSpPr txBox="1"/>
            <p:nvPr/>
          </p:nvSpPr>
          <p:spPr>
            <a:xfrm>
              <a:off x="0" y="0"/>
              <a:ext cx="6480720" cy="2360130"/>
            </a:xfrm>
            <a:prstGeom prst="flowChartAlternateProcess"/>
            <a:solidFill>
              <a:srgbClr val="FBE5D6">
                <a:alpha val="100000"/>
              </a:srgbClr>
            </a:solidFill>
            <a:ln w="19050">
              <a:solidFill>
                <a:srgbClr val="3333CC">
                  <a:alpha val="100000"/>
                </a:srgbClr>
              </a:solidFill>
              <a:prstDash val="sysDash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0" name="文本2"/>
            <p:cNvSpPr txBox="1"/>
            <p:nvPr/>
          </p:nvSpPr>
          <p:spPr>
            <a:xfrm>
              <a:off x="111400" y="65680"/>
              <a:ext cx="6250301" cy="1637348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l"/>
              <a:r>
                <a:rPr lang="zh-CN" altLang="en-US" sz="3099" b="1" i="0" dirty="0">
                  <a:solidFill>
                    <a:srgbClr val="3333CC">
                      <a:alpha val="100000"/>
                    </a:srgbClr>
                  </a:solidFill>
                  <a:latin typeface="Aa偷吃可爱长大的"/>
                  <a:ea typeface="Aa偷吃可爱长大的"/>
                </a:rPr>
                <a:t>活动要求：</a:t>
              </a:r>
            </a:p>
            <a:p>
              <a:pPr marL="0" algn="l"/>
              <a:r>
                <a:rPr lang="zh-CN" altLang="en-US" sz="3099" b="1" i="0" dirty="0">
                  <a:solidFill>
                    <a:srgbClr val="3333CC">
                      <a:alpha val="100000"/>
                    </a:srgbClr>
                  </a:solidFill>
                  <a:latin typeface="Aa偷吃可爱长大的"/>
                  <a:ea typeface="Aa偷吃可爱长大的"/>
                </a:rPr>
                <a:t>用你的方法尝试推理，填一填。</a:t>
              </a:r>
            </a:p>
            <a:p>
              <a:pPr marL="0" algn="l"/>
              <a:r>
                <a:rPr lang="zh-CN" altLang="en-US" sz="3099" b="1" i="0" dirty="0">
                  <a:solidFill>
                    <a:srgbClr val="3333CC">
                      <a:alpha val="100000"/>
                    </a:srgbClr>
                  </a:solidFill>
                  <a:latin typeface="Aa偷吃可爱长大的"/>
                  <a:ea typeface="Aa偷吃可爱长大的"/>
                </a:rPr>
                <a:t>注意黑板上的规则和方法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p14="http://schemas.microsoft.com/office/powerpoint/2010/main"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0" y="4233"/>
            <a:ext cx="12192000" cy="6858000"/>
          </a:xfrm>
          <a:prstGeom prst="rect"/>
          <a:solidFill>
            <a:srgbClr val="22C0C4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pic>
        <p:nvPicPr>
          <p:cNvPr id="3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2" y="-162984"/>
            <a:ext cx="12323233" cy="7217835"/>
          </a:xfrm>
          <a:prstGeom prst="rect">
            <a:avLst/>
          </a:prstGeom>
        </p:spPr>
      </p:pic>
      <p:grpSp>
        <p:nvGrpSpPr>
          <p:cNvPr id="4" name="组合1"/>
          <p:cNvGrpSpPr/>
          <p:nvPr/>
        </p:nvGrpSpPr>
        <p:grpSpPr>
          <a:xfrm>
            <a:off x="4578574" y="165857"/>
            <a:ext cx="3034853" cy="814871"/>
            <a:chOff x="0" y="0"/>
            <a:chExt cx="3034853" cy="814871"/>
          </a:xfrm>
        </p:grpSpPr>
        <p:sp>
          <p:nvSpPr>
            <p:cNvPr id="5" name="形状3"/>
            <p:cNvSpPr txBox="1"/>
            <p:nvPr/>
          </p:nvSpPr>
          <p:spPr>
            <a:xfrm>
              <a:off x="47698" y="0"/>
              <a:ext cx="2987155" cy="765515"/>
            </a:xfrm>
            <a:prstGeom prst="rect"/>
            <a:solidFill>
              <a:srgbClr val="118A8D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6" name="形状4"/>
            <p:cNvSpPr txBox="1"/>
            <p:nvPr/>
          </p:nvSpPr>
          <p:spPr>
            <a:xfrm>
              <a:off x="0" y="49356"/>
              <a:ext cx="2987155" cy="765515"/>
            </a:xfrm>
            <a:prstGeom prst="rect"/>
            <a:solidFill>
              <a:srgbClr val="FFFFFF">
                <a:alpha val="100000"/>
              </a:srgbClr>
            </a:solidFill>
            <a:ln w="12700">
              <a:solidFill>
                <a:srgbClr val="118A8D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</p:grpSp>
      <p:pic>
        <p:nvPicPr>
          <p:cNvPr id="7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628928">
            <a:off x="6842525" y="-97654"/>
            <a:ext cx="1056178" cy="1069464"/>
          </a:xfrm>
          <a:prstGeom prst="rect">
            <a:avLst/>
          </a:prstGeom>
        </p:spPr>
      </p:pic>
      <p:sp>
        <p:nvSpPr>
          <p:cNvPr id="8" name="形状2"/>
          <p:cNvSpPr txBox="1"/>
          <p:nvPr/>
        </p:nvSpPr>
        <p:spPr>
          <a:xfrm>
            <a:off x="4937691" y="918568"/>
            <a:ext cx="2316619" cy="19050"/>
          </a:xfrm>
          <a:prstGeom prst="line"/>
          <a:solidFill>
            <a:srgbClr val="FFFFFF">
              <a:alpha val="0"/>
            </a:srgbClr>
          </a:solidFill>
          <a:ln w="19050">
            <a:solidFill>
              <a:srgbClr val="CAD7D7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9" name="文本1"/>
          <p:cNvSpPr txBox="1"/>
          <p:nvPr/>
        </p:nvSpPr>
        <p:spPr>
          <a:xfrm>
            <a:off x="4596959" y="195449"/>
            <a:ext cx="3180963" cy="898386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4400"/>
              </a:lnSpc>
            </a:pPr>
            <a:r>
              <a:rPr lang="zh-CN" altLang="en-US" sz="4000" b="1" i="0" dirty="0">
                <a:solidFill>
                  <a:srgbClr val="000000">
                    <a:alpha val="100000"/>
                  </a:srgbClr>
                </a:solidFill>
                <a:latin typeface="Aa偷吃可爱长大的"/>
                <a:ea typeface="Aa偷吃可爱长大的"/>
              </a:rPr>
              <a:t>拓展练习</a:t>
            </a:r>
          </a:p>
        </p:txBody>
      </p:sp>
      <p:grpSp>
        <p:nvGrpSpPr>
          <p:cNvPr id="10" name="组合2"/>
          <p:cNvGrpSpPr/>
          <p:nvPr/>
        </p:nvGrpSpPr>
        <p:grpSpPr>
          <a:xfrm>
            <a:off x="687067" y="577263"/>
            <a:ext cx="3286421" cy="867026"/>
            <a:chOff x="0" y="0"/>
            <a:chExt cx="3286421" cy="867026"/>
          </a:xfrm>
        </p:grpSpPr>
        <p:sp>
          <p:nvSpPr>
            <p:cNvPr id="11" name="形状5"/>
            <p:cNvSpPr txBox="1"/>
            <p:nvPr/>
          </p:nvSpPr>
          <p:spPr>
            <a:xfrm>
              <a:off x="0" y="34775"/>
              <a:ext cx="3168352" cy="832251"/>
            </a:xfrm>
            <a:prstGeom prst="roundRect"/>
            <a:solidFill>
              <a:srgbClr val="FAE7A0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2" name="文本3"/>
            <p:cNvSpPr txBox="1"/>
            <p:nvPr/>
          </p:nvSpPr>
          <p:spPr>
            <a:xfrm>
              <a:off x="118069" y="0"/>
              <a:ext cx="3168352" cy="848031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5100"/>
                </a:lnSpc>
              </a:pPr>
              <a:r>
                <a:rPr lang="zh-CN" altLang="en-US" sz="4000" b="1" i="0" dirty="0">
                  <a:solidFill>
                    <a:srgbClr val="037FB7">
                      <a:alpha val="100000"/>
                    </a:srgbClr>
                  </a:solidFill>
                  <a:latin typeface="Aa偷吃可爱长大的"/>
                  <a:ea typeface="Aa偷吃可爱长大的"/>
                </a:rPr>
                <a:t>挑战自我</a:t>
              </a:r>
            </a:p>
          </p:txBody>
        </p:sp>
      </p:grpSp>
      <p:graphicFrame>
        <p:nvGraphicFramePr>
          <p:cNvPr id="13" name="表格1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1171746" y="2694190"/>
          <a:ext cx="288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</a:tblGrid>
              <a:tr h="720000"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720000"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720000"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720000"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</a:tbl>
          </a:graphicData>
        </a:graphic>
      </p:graphicFrame>
      <p:sp>
        <p:nvSpPr>
          <p:cNvPr id="14" name="文本2"/>
          <p:cNvSpPr txBox="1"/>
          <p:nvPr/>
        </p:nvSpPr>
        <p:spPr>
          <a:xfrm>
            <a:off x="687397" y="1725027"/>
            <a:ext cx="6400022" cy="83683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600"/>
              </a:lnSpc>
            </a:pPr>
            <a:r>
              <a:rPr lang="zh-CN" altLang="en-US" sz="3600" b="1" i="0" dirty="0">
                <a:solidFill>
                  <a:srgbClr val="231F20">
                    <a:alpha val="100000"/>
                  </a:srgbClr>
                </a:solidFill>
                <a:latin typeface="Aa偷吃可爱长大的"/>
                <a:ea typeface="Aa偷吃可爱长大的"/>
              </a:rPr>
              <a:t>1.完成下面的数独游戏。</a:t>
            </a:r>
          </a:p>
        </p:txBody>
      </p:sp>
      <p:graphicFrame>
        <p:nvGraphicFramePr>
          <p:cNvPr id="15" name="表格2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4716572" y="2709520"/>
          <a:ext cx="288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</a:tblGrid>
              <a:tr h="720000"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720000"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720000"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720000"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t"/>
                    <a:lstStyle/>
                    <a:p>
                      <a:pPr marL="0" algn="l"/>
                    </a:p>
                  </a:txBody>
                  <a:tcPr anchor="t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</a:tbl>
          </a:graphicData>
        </a:graphic>
      </p:graphicFrame>
      <p:graphicFrame>
        <p:nvGraphicFramePr>
          <p:cNvPr id="16" name="表格3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8317213" y="2709240"/>
          <a:ext cx="288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</a:tblGrid>
              <a:tr h="720000"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720000"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720000"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720000"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</a:tbl>
          </a:graphicData>
        </a:graphic>
      </p:graphicFrame>
      <p:grpSp>
        <p:nvGrpSpPr>
          <p:cNvPr id="17" name="组合3"/>
          <p:cNvGrpSpPr/>
          <p:nvPr/>
        </p:nvGrpSpPr>
        <p:grpSpPr>
          <a:xfrm>
            <a:off x="8396503" y="2780928"/>
            <a:ext cx="2743810" cy="2745454"/>
            <a:chOff x="0" y="0"/>
            <a:chExt cx="2743810" cy="2745454"/>
          </a:xfrm>
        </p:grpSpPr>
        <p:pic>
          <p:nvPicPr>
            <p:cNvPr id="18" name="图片3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579817" cy="608466"/>
            </a:xfrm>
            <a:prstGeom prst="rect">
              <a:avLst/>
            </a:prstGeom>
          </p:spPr>
        </p:pic>
        <p:pic>
          <p:nvPicPr>
            <p:cNvPr id="19" name="图片4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3727" y="0"/>
              <a:ext cx="579817" cy="608466"/>
            </a:xfrm>
            <a:prstGeom prst="rect">
              <a:avLst/>
            </a:prstGeom>
          </p:spPr>
        </p:pic>
        <p:pic>
          <p:nvPicPr>
            <p:cNvPr id="20" name="图片5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63993" y="0"/>
              <a:ext cx="579817" cy="608466"/>
            </a:xfrm>
            <a:prstGeom prst="rect">
              <a:avLst/>
            </a:prstGeom>
          </p:spPr>
        </p:pic>
        <p:pic>
          <p:nvPicPr>
            <p:cNvPr id="21" name="图片6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163993" y="687679"/>
              <a:ext cx="579817" cy="608466"/>
            </a:xfrm>
            <a:prstGeom prst="rect">
              <a:avLst/>
            </a:prstGeom>
          </p:spPr>
        </p:pic>
        <p:pic>
          <p:nvPicPr>
            <p:cNvPr id="22" name="图片7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43913" y="687679"/>
              <a:ext cx="579817" cy="608466"/>
            </a:xfrm>
            <a:prstGeom prst="rect">
              <a:avLst/>
            </a:prstGeom>
          </p:spPr>
        </p:pic>
        <p:pic>
          <p:nvPicPr>
            <p:cNvPr id="23" name="图片8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23726" y="687679"/>
              <a:ext cx="579817" cy="608466"/>
            </a:xfrm>
            <a:prstGeom prst="rect">
              <a:avLst/>
            </a:prstGeom>
          </p:spPr>
        </p:pic>
        <p:pic>
          <p:nvPicPr>
            <p:cNvPr id="24" name="图片9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0" y="687679"/>
              <a:ext cx="579817" cy="608466"/>
            </a:xfrm>
            <a:prstGeom prst="rect">
              <a:avLst/>
            </a:prstGeom>
          </p:spPr>
        </p:pic>
        <p:pic>
          <p:nvPicPr>
            <p:cNvPr id="25" name="图片10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23725" y="1430115"/>
              <a:ext cx="579817" cy="608466"/>
            </a:xfrm>
            <a:prstGeom prst="rect">
              <a:avLst/>
            </a:prstGeom>
          </p:spPr>
        </p:pic>
        <p:pic>
          <p:nvPicPr>
            <p:cNvPr id="26" name="图片11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443913" y="1430115"/>
              <a:ext cx="579817" cy="608466"/>
            </a:xfrm>
            <a:prstGeom prst="rect">
              <a:avLst/>
            </a:prstGeom>
          </p:spPr>
        </p:pic>
        <p:pic>
          <p:nvPicPr>
            <p:cNvPr id="27" name="图片12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443912" y="2136499"/>
              <a:ext cx="579817" cy="608466"/>
            </a:xfrm>
            <a:prstGeom prst="rect">
              <a:avLst/>
            </a:prstGeom>
          </p:spPr>
        </p:pic>
        <p:pic>
          <p:nvPicPr>
            <p:cNvPr id="28" name="图片13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158177" y="2134726"/>
              <a:ext cx="579817" cy="608466"/>
            </a:xfrm>
            <a:prstGeom prst="rect">
              <a:avLst/>
            </a:prstGeom>
          </p:spPr>
        </p:pic>
        <p:pic>
          <p:nvPicPr>
            <p:cNvPr id="29" name="图片14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23724" y="2136988"/>
              <a:ext cx="579817" cy="6084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0" y="4233"/>
            <a:ext cx="12192000" cy="6858000"/>
          </a:xfrm>
          <a:prstGeom prst="rect"/>
          <a:solidFill>
            <a:srgbClr val="22C0C4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pic>
        <p:nvPicPr>
          <p:cNvPr id="3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2" y="-162984"/>
            <a:ext cx="12323233" cy="7217835"/>
          </a:xfrm>
          <a:prstGeom prst="rect">
            <a:avLst/>
          </a:prstGeom>
        </p:spPr>
      </p:pic>
      <p:grpSp>
        <p:nvGrpSpPr>
          <p:cNvPr id="4" name="组合1"/>
          <p:cNvGrpSpPr/>
          <p:nvPr/>
        </p:nvGrpSpPr>
        <p:grpSpPr>
          <a:xfrm>
            <a:off x="4578574" y="165857"/>
            <a:ext cx="3034853" cy="814871"/>
            <a:chOff x="0" y="0"/>
            <a:chExt cx="3034853" cy="814871"/>
          </a:xfrm>
        </p:grpSpPr>
        <p:sp>
          <p:nvSpPr>
            <p:cNvPr id="5" name="形状3"/>
            <p:cNvSpPr txBox="1"/>
            <p:nvPr/>
          </p:nvSpPr>
          <p:spPr>
            <a:xfrm>
              <a:off x="47698" y="0"/>
              <a:ext cx="2987155" cy="765515"/>
            </a:xfrm>
            <a:prstGeom prst="rect"/>
            <a:solidFill>
              <a:srgbClr val="118A8D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6" name="形状4"/>
            <p:cNvSpPr txBox="1"/>
            <p:nvPr/>
          </p:nvSpPr>
          <p:spPr>
            <a:xfrm>
              <a:off x="0" y="49356"/>
              <a:ext cx="2987155" cy="765515"/>
            </a:xfrm>
            <a:prstGeom prst="rect"/>
            <a:solidFill>
              <a:srgbClr val="FFFFFF">
                <a:alpha val="100000"/>
              </a:srgbClr>
            </a:solidFill>
            <a:ln w="12700">
              <a:solidFill>
                <a:srgbClr val="118A8D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</p:grpSp>
      <p:pic>
        <p:nvPicPr>
          <p:cNvPr id="7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628928">
            <a:off x="6842525" y="-97654"/>
            <a:ext cx="1056178" cy="1069464"/>
          </a:xfrm>
          <a:prstGeom prst="rect">
            <a:avLst/>
          </a:prstGeom>
        </p:spPr>
      </p:pic>
      <p:sp>
        <p:nvSpPr>
          <p:cNvPr id="8" name="形状2"/>
          <p:cNvSpPr txBox="1"/>
          <p:nvPr/>
        </p:nvSpPr>
        <p:spPr>
          <a:xfrm>
            <a:off x="4937691" y="918568"/>
            <a:ext cx="2316619" cy="19050"/>
          </a:xfrm>
          <a:prstGeom prst="line"/>
          <a:solidFill>
            <a:srgbClr val="FFFFFF">
              <a:alpha val="0"/>
            </a:srgbClr>
          </a:solidFill>
          <a:ln w="19050">
            <a:solidFill>
              <a:srgbClr val="CAD7D7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9" name="文本1"/>
          <p:cNvSpPr txBox="1"/>
          <p:nvPr/>
        </p:nvSpPr>
        <p:spPr>
          <a:xfrm>
            <a:off x="1961940" y="2872245"/>
            <a:ext cx="8451964" cy="782278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600"/>
              </a:lnSpc>
            </a:pPr>
            <a:r>
              <a:rPr lang="zh-CN" altLang="en-US" sz="3600" b="0" i="0" dirty="0">
                <a:solidFill>
                  <a:srgbClr val="000000">
                    <a:alpha val="100000"/>
                  </a:srgbClr>
                </a:solidFill>
                <a:latin typeface="Aa偷吃可爱长大的"/>
                <a:ea typeface="Aa偷吃可爱长大的"/>
              </a:rPr>
              <a:t>通过这节课的学习，你有什么收获？</a:t>
            </a:r>
          </a:p>
        </p:txBody>
      </p:sp>
      <p:sp>
        <p:nvSpPr>
          <p:cNvPr id="10" name="文本2"/>
          <p:cNvSpPr txBox="1"/>
          <p:nvPr/>
        </p:nvSpPr>
        <p:spPr>
          <a:xfrm>
            <a:off x="4596959" y="195449"/>
            <a:ext cx="3180963" cy="898386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4800"/>
              </a:lnSpc>
            </a:pPr>
            <a:r>
              <a:rPr lang="zh-CN" altLang="en-US" sz="4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课堂小结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theme/theme1.xml><?xml version="1.0" encoding="utf-8"?>
<a:theme xmlns:thm15="http://schemas.microsoft.com/office/thememl/2012/main"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TotalTime>0</ap:TotalTime>
  <ap:Words>0</ap:Words>
  <ap:Application>Microsoft Office PowerPoint</ap:Application>
  <ap:PresentationFormat>宽屏</ap:PresentationFormat>
  <ap:Paragraphs>0</ap:Paragraphs>
  <ap:Slides>1</ap:Slides>
  <ap:Notes>0</ap:Notes>
  <ap:HiddenSlides>0</ap:HiddenSlides>
  <ap:MMClips>0</ap:MMClips>
  <ap:ScaleCrop>false</ap:ScaleCrop>
  <ap:HeadingPairs>
    <vt:vector baseType="variant" size="6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ap:HeadingPairs>
  <ap:TitlesOfParts>
    <vt:vector baseType="lpstr" size="3">
      <vt:lpstr>Arial</vt:lpstr>
      <vt:lpstr>Office 主题​​</vt:lpstr>
      <vt:lpstr>PowerPoint 演示文稿</vt:lpstr>
    </vt:vector>
  </ap:TitlesOfParts>
  <ap:Company/>
  <ap:LinksUpToDate>false</ap:LinksUpToDate>
  <ap:SharedDoc>false</ap:SharedDoc>
  <ap:HyperlinksChanged>false</ap:HyperlinksChanged>
  <ap:AppVersion>16.0000</ap:AppVers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哦哦骑士</dc:creator>
  <dc:title>数独游戏</dc:title>
  <revision>1</revision>
  <dcterms:created xsi:type="dcterms:W3CDTF">2026-05-20T11:52:19.5976198Z</dcterms:created>
  <dcterms:modified xsi:type="dcterms:W3CDTF">2026-05-20T11:52:19.5976529Z</dcterms:modified>
  <lastModifiedBy>哦哦骑士</lastModifiedBy>
</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ApplicationName">
    <vt:lpwstr>EasiNote5</vt:lpwstr>
  </op:property>
  <op:property fmtid="{D5CDD505-2E9C-101B-9397-08002B2CF9AE}" pid="3" name="ApplicationVersion">
    <vt:lpwstr>5.2.4.9612</vt:lpwstr>
  </op:property>
  <op:property fmtid="{D5CDD505-2E9C-101B-9397-08002B2CF9AE}" pid="4" name="EasiNoteCoursewareInfo">
    <vt:lpwstr>1588acb1-47e3-4049-b89c-15e8a4e3366f:9</vt:lpwstr>
  </op:property>
  <op:property fmtid="{D5CDD505-2E9C-101B-9397-08002B2CF9AE}" pid="5" name="EasiNoteDocumentName">
    <vt:lpwstr>数独游戏</vt:lpwstr>
  </op:property>
  <op:property fmtid="{D5CDD505-2E9C-101B-9397-08002B2CF9AE}" pid="6" name="EasiNoteAuthor">
    <vt:lpwstr>wjmurrxsluywrkipsvopls4415715781</vt:lpwstr>
  </op:property>
  <op:property fmtid="{D5CDD505-2E9C-101B-9397-08002B2CF9AE}" pid="7" name="EasiNoteUpstreamCoursewareInfo_0">
    <vt:lpwstr>db596b66-4bb2-461b-a209-2905b875f985</vt:lpwstr>
  </op:property>
  <op:property fmtid="{D5CDD505-2E9C-101B-9397-08002B2CF9AE}" pid="8" name="EasiNoteUpstreamCoursewareInfo_1">
    <vt:lpwstr>7e5a2b3d-ef0f-45b4-8127-6c6fcea199c0</vt:lpwstr>
  </op:property>
  <op:property fmtid="{D5CDD505-2E9C-101B-9397-08002B2CF9AE}" pid="9" name="EasiNoteUpstreamCoursewareInfo_2">
    <vt:lpwstr>dacb3478-b205-42e4-8621-5f847288ee5a</vt:lpwstr>
  </op:property>
  <op:property fmtid="{D5CDD505-2E9C-101B-9397-08002B2CF9AE}" pid="10" name="EasiNoteUpstreamCoursewareInfo_3">
    <vt:lpwstr>8833fe5a-a03b-4115-94cc-9a5cb4cb29b1</vt:lpwstr>
  </op:property>
  <op:property fmtid="{D5CDD505-2E9C-101B-9397-08002B2CF9AE}" pid="11" name="EasiNoteUpstreamCoursewareInfo_4">
    <vt:lpwstr>5d29a589-41d1-4c8a-847b-33ff81e8acf5</vt:lpwstr>
  </op:property>
  <op:property fmtid="{D5CDD505-2E9C-101B-9397-08002B2CF9AE}" pid="12" name="EasiNoteUpstreamCoursewareInfo_5">
    <vt:lpwstr>1588acb1-47e3-4049-b89c-15e8a4e3366f</vt:lpwstr>
  </op:property>
</op:Properties>
</file>